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ACB"/>
    <a:srgbClr val="ECEFF6"/>
    <a:srgbClr val="FFFFFF"/>
    <a:srgbClr val="6A7BD0"/>
    <a:srgbClr val="6699FF"/>
    <a:srgbClr val="ABCDB9"/>
    <a:srgbClr val="9CC4AC"/>
    <a:srgbClr val="99FF99"/>
    <a:srgbClr val="000066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1589288-4F86-F95A-7F84-5D3F0230AF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97263-A153-DC93-06BE-AFA4A13FF3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292F3-A217-4983-9693-AF805717648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9B71B5-1641-CCF0-0EA9-58F4DB9AFA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E7779-611F-9A78-4962-F6BD01D25A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C8F272-F431-4E03-A145-AA5493041A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19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30D2D-C9C0-0A43-9CDA-FD1C7392E3E9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D56D2-8CC5-134D-95EB-4AA507CEEB4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136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7">
            <a:extLst>
              <a:ext uri="{FF2B5EF4-FFF2-40B4-BE49-F238E27FC236}">
                <a16:creationId xmlns:a16="http://schemas.microsoft.com/office/drawing/2014/main" id="{9B3E6D11-D46A-4FD7-8A49-7131246FEA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13583" y="4342484"/>
            <a:ext cx="6858000" cy="423293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Datafile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713CFBA-C5D8-447E-95B7-B2C7CB42F9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797248" y="5615748"/>
            <a:ext cx="2394752" cy="9266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851F347-40D7-91CC-29EF-FFEB845C9F58}"/>
              </a:ext>
            </a:extLst>
          </p:cNvPr>
          <p:cNvSpPr txBox="1"/>
          <p:nvPr userDrawn="1"/>
        </p:nvSpPr>
        <p:spPr>
          <a:xfrm>
            <a:off x="527915" y="2644579"/>
            <a:ext cx="1785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i="1" dirty="0">
                <a:solidFill>
                  <a:schemeClr val="tx2"/>
                </a:solidFill>
              </a:rPr>
              <a:t>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41834-C194-337B-B821-2B3E95855736}"/>
              </a:ext>
            </a:extLst>
          </p:cNvPr>
          <p:cNvSpPr txBox="1"/>
          <p:nvPr userDrawn="1"/>
        </p:nvSpPr>
        <p:spPr>
          <a:xfrm>
            <a:off x="527916" y="4342484"/>
            <a:ext cx="178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Source file: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F0888E-4C5C-9155-8841-56A14F1B85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916" y="3409986"/>
            <a:ext cx="5296888" cy="42329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Time Stamp</a:t>
            </a:r>
          </a:p>
        </p:txBody>
      </p:sp>
      <p:pic>
        <p:nvPicPr>
          <p:cNvPr id="12" name="Imagen 5">
            <a:extLst>
              <a:ext uri="{FF2B5EF4-FFF2-40B4-BE49-F238E27FC236}">
                <a16:creationId xmlns:a16="http://schemas.microsoft.com/office/drawing/2014/main" id="{FFD8A922-3E02-8A56-90E3-7405A168D6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8072" y="4066425"/>
            <a:ext cx="1633928" cy="1144099"/>
          </a:xfrm>
          <a:prstGeom prst="rect">
            <a:avLst/>
          </a:prstGeom>
        </p:spPr>
      </p:pic>
      <p:sp>
        <p:nvSpPr>
          <p:cNvPr id="4" name="Textplatzhalter 7">
            <a:extLst>
              <a:ext uri="{FF2B5EF4-FFF2-40B4-BE49-F238E27FC236}">
                <a16:creationId xmlns:a16="http://schemas.microsoft.com/office/drawing/2014/main" id="{2CEEAD90-5FF8-9CD7-D9FE-4CB8ADBD85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13583" y="4998877"/>
            <a:ext cx="6858000" cy="423293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sample </a:t>
            </a:r>
            <a:r>
              <a:rPr lang="de-DE" dirty="0" err="1"/>
              <a:t>name</a:t>
            </a:r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45D65-B70C-AF03-73B5-DA9CAFECE914}"/>
              </a:ext>
            </a:extLst>
          </p:cNvPr>
          <p:cNvSpPr txBox="1"/>
          <p:nvPr userDrawn="1"/>
        </p:nvSpPr>
        <p:spPr>
          <a:xfrm>
            <a:off x="527916" y="4998877"/>
            <a:ext cx="1785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Sample:</a:t>
            </a:r>
          </a:p>
        </p:txBody>
      </p:sp>
    </p:spTree>
    <p:extLst>
      <p:ext uri="{BB962C8B-B14F-4D97-AF65-F5344CB8AC3E}">
        <p14:creationId xmlns:p14="http://schemas.microsoft.com/office/powerpoint/2010/main" val="205226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t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279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TIC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A1278-1731-973A-453F-28637FAB46CB}"/>
              </a:ext>
            </a:extLst>
          </p:cNvPr>
          <p:cNvSpPr>
            <a:spLocks/>
          </p:cNvSpPr>
          <p:nvPr userDrawn="1"/>
        </p:nvSpPr>
        <p:spPr>
          <a:xfrm>
            <a:off x="315805" y="1561413"/>
            <a:ext cx="3264157" cy="24498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1693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231B-83C0-123C-C664-642ACC3947F0}"/>
              </a:ext>
            </a:extLst>
          </p:cNvPr>
          <p:cNvSpPr txBox="1"/>
          <p:nvPr userDrawn="1"/>
        </p:nvSpPr>
        <p:spPr>
          <a:xfrm>
            <a:off x="315805" y="2304137"/>
            <a:ext cx="160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modulation time [s]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2EA83-6535-1632-0F4C-F2038ACBE07A}"/>
              </a:ext>
            </a:extLst>
          </p:cNvPr>
          <p:cNvSpPr txBox="1"/>
          <p:nvPr userDrawn="1"/>
        </p:nvSpPr>
        <p:spPr>
          <a:xfrm>
            <a:off x="315805" y="2985721"/>
            <a:ext cx="893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shift [s]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30339A54-4F94-DC35-3184-0EA5E7393A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16224" y="2985721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shift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9F68B-B0CE-8D39-2262-080747F119DA}"/>
              </a:ext>
            </a:extLst>
          </p:cNvPr>
          <p:cNvSpPr txBox="1"/>
          <p:nvPr userDrawn="1"/>
        </p:nvSpPr>
        <p:spPr>
          <a:xfrm>
            <a:off x="315805" y="1622552"/>
            <a:ext cx="16013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scan intensity cut-off [counts]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A5695A99-68E0-2236-130A-B6BF59CFD8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16224" y="2550358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time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EF817C87-60DA-1A23-970A-7434E416E4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16224" y="1871865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inty</a:t>
            </a:r>
            <a:r>
              <a:rPr lang="de-DE" dirty="0"/>
              <a:t> </a:t>
            </a:r>
            <a:r>
              <a:rPr lang="de-DE" dirty="0" err="1"/>
              <a:t>cut</a:t>
            </a:r>
            <a:endParaRPr lang="de-DE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91B0A6-8B85-87E1-63E3-8045CE62BA3C}"/>
              </a:ext>
            </a:extLst>
          </p:cNvPr>
          <p:cNvSpPr txBox="1"/>
          <p:nvPr userDrawn="1"/>
        </p:nvSpPr>
        <p:spPr>
          <a:xfrm>
            <a:off x="315805" y="3428435"/>
            <a:ext cx="1314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solvent cut [min]</a:t>
            </a:r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A6AEFDFF-0808-3912-EB7D-95E0712FAF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16223" y="3556183"/>
            <a:ext cx="1021867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sol</a:t>
            </a:r>
            <a:r>
              <a:rPr lang="de-DE" dirty="0"/>
              <a:t> </a:t>
            </a:r>
            <a:r>
              <a:rPr lang="de-DE" dirty="0" err="1"/>
              <a:t>cut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559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peakfi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4202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Peak Finder and Clustering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FA1278-1731-973A-453F-28637FAB46CB}"/>
              </a:ext>
            </a:extLst>
          </p:cNvPr>
          <p:cNvSpPr>
            <a:spLocks/>
          </p:cNvSpPr>
          <p:nvPr userDrawn="1"/>
        </p:nvSpPr>
        <p:spPr>
          <a:xfrm>
            <a:off x="315805" y="1561413"/>
            <a:ext cx="3264157" cy="249300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16931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60231B-83C0-123C-C664-642ACC3947F0}"/>
              </a:ext>
            </a:extLst>
          </p:cNvPr>
          <p:cNvSpPr txBox="1"/>
          <p:nvPr userDrawn="1"/>
        </p:nvSpPr>
        <p:spPr>
          <a:xfrm>
            <a:off x="292245" y="2057915"/>
            <a:ext cx="160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minimum peak height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2EA83-6535-1632-0F4C-F2038ACBE07A}"/>
              </a:ext>
            </a:extLst>
          </p:cNvPr>
          <p:cNvSpPr txBox="1"/>
          <p:nvPr userDrawn="1"/>
        </p:nvSpPr>
        <p:spPr>
          <a:xfrm>
            <a:off x="292245" y="2753690"/>
            <a:ext cx="1500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peak intensity threshold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9F68B-B0CE-8D39-2262-080747F119DA}"/>
              </a:ext>
            </a:extLst>
          </p:cNvPr>
          <p:cNvSpPr txBox="1"/>
          <p:nvPr userDrawn="1"/>
        </p:nvSpPr>
        <p:spPr>
          <a:xfrm>
            <a:off x="315805" y="1622552"/>
            <a:ext cx="1601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prominence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EF817C87-60DA-1A23-970A-7434E416E44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63175" y="1625644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prominence</a:t>
            </a:r>
            <a:endParaRPr lang="de-DE" dirty="0"/>
          </a:p>
        </p:txBody>
      </p:sp>
      <p:sp>
        <p:nvSpPr>
          <p:cNvPr id="2" name="Textplatzhalter 7">
            <a:extLst>
              <a:ext uri="{FF2B5EF4-FFF2-40B4-BE49-F238E27FC236}">
                <a16:creationId xmlns:a16="http://schemas.microsoft.com/office/drawing/2014/main" id="{F9C4ADEB-E66F-6224-86C9-AE104ECAD1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63175" y="2265420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height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7804C73-8D9C-9CB5-8820-7D41489699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3175" y="2996623"/>
            <a:ext cx="1601385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inty</a:t>
            </a:r>
            <a:r>
              <a:rPr lang="de-DE" dirty="0"/>
              <a:t> </a:t>
            </a:r>
            <a:r>
              <a:rPr lang="de-DE" dirty="0" err="1"/>
              <a:t>cut</a:t>
            </a:r>
            <a:r>
              <a:rPr lang="de-DE" dirty="0"/>
              <a:t>-off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7ABC3-0D68-7484-837D-88401F73E597}"/>
              </a:ext>
            </a:extLst>
          </p:cNvPr>
          <p:cNvSpPr txBox="1"/>
          <p:nvPr userDrawn="1"/>
        </p:nvSpPr>
        <p:spPr>
          <a:xfrm>
            <a:off x="292245" y="3425754"/>
            <a:ext cx="1716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/>
              <a:t>modulation time tolerance [s]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D61B0960-C6F4-D6B8-7B87-5D363C96C5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32532" y="3591873"/>
            <a:ext cx="962900" cy="338554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mod</a:t>
            </a:r>
            <a:r>
              <a:rPr lang="de-DE" dirty="0"/>
              <a:t> </a:t>
            </a:r>
            <a:r>
              <a:rPr lang="de-DE" dirty="0" err="1"/>
              <a:t>tol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1977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d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5" y="336254"/>
            <a:ext cx="404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Double Bond </a:t>
            </a:r>
            <a:r>
              <a:rPr lang="de-DE" sz="2400" b="1" i="1" dirty="0" err="1">
                <a:solidFill>
                  <a:schemeClr val="tx2"/>
                </a:solidFill>
              </a:rPr>
              <a:t>Equivalent</a:t>
            </a:r>
            <a:endParaRPr lang="de-DE" sz="2400" b="1" i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264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Parameter for functions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6896027-7664-B289-FE7F-74B1EB95D3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519" y="1608696"/>
            <a:ext cx="3207323" cy="1919508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dbe</a:t>
            </a:r>
            <a:r>
              <a:rPr lang="de-DE" dirty="0"/>
              <a:t> </a:t>
            </a:r>
            <a:r>
              <a:rPr lang="de-DE" dirty="0" err="1"/>
              <a:t>lines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179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ram_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AC87A343-07F9-415E-B370-C36C6D5FC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B3B500D-E56F-4521-BB4D-5EDE06C758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8B0629-B091-9334-C522-4E9FCC239C6C}"/>
              </a:ext>
            </a:extLst>
          </p:cNvPr>
          <p:cNvSpPr txBox="1"/>
          <p:nvPr userDrawn="1"/>
        </p:nvSpPr>
        <p:spPr>
          <a:xfrm>
            <a:off x="292244" y="336254"/>
            <a:ext cx="6600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i="1" dirty="0">
                <a:solidFill>
                  <a:schemeClr val="tx2"/>
                </a:solidFill>
              </a:rPr>
              <a:t>Lists </a:t>
            </a:r>
            <a:r>
              <a:rPr lang="de-DE" sz="2400" b="1" i="1" dirty="0" err="1">
                <a:solidFill>
                  <a:schemeClr val="tx2"/>
                </a:solidFill>
              </a:rPr>
              <a:t>for</a:t>
            </a:r>
            <a:r>
              <a:rPr lang="de-DE" sz="2400" b="1" i="1" dirty="0">
                <a:solidFill>
                  <a:schemeClr val="tx2"/>
                </a:solidFill>
              </a:rPr>
              <a:t> </a:t>
            </a:r>
            <a:r>
              <a:rPr lang="de-DE" sz="2400" b="1" i="1" dirty="0" err="1">
                <a:solidFill>
                  <a:schemeClr val="tx2"/>
                </a:solidFill>
              </a:rPr>
              <a:t>fragments</a:t>
            </a:r>
            <a:r>
              <a:rPr lang="de-DE" sz="2400" b="1" i="1" dirty="0">
                <a:solidFill>
                  <a:schemeClr val="tx2"/>
                </a:solidFill>
              </a:rPr>
              <a:t> and LRI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63A2A-3DBA-DE0B-11CA-99050240459D}"/>
              </a:ext>
            </a:extLst>
          </p:cNvPr>
          <p:cNvSpPr txBox="1"/>
          <p:nvPr userDrawn="1"/>
        </p:nvSpPr>
        <p:spPr>
          <a:xfrm>
            <a:off x="315805" y="1180038"/>
            <a:ext cx="26430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Fragment list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6896027-7664-B289-FE7F-74B1EB95D3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8518" y="1608695"/>
            <a:ext cx="10094543" cy="1820305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 err="1"/>
              <a:t>fragments</a:t>
            </a:r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F7C5F-1297-9153-AB2F-AA96FD7C1821}"/>
              </a:ext>
            </a:extLst>
          </p:cNvPr>
          <p:cNvSpPr txBox="1"/>
          <p:nvPr userDrawn="1"/>
        </p:nvSpPr>
        <p:spPr>
          <a:xfrm>
            <a:off x="315805" y="3811119"/>
            <a:ext cx="3126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Retention times of paraffines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EDE77C90-C3B6-EC90-CD1A-0B922E040A1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518" y="4239776"/>
            <a:ext cx="10094543" cy="1820305"/>
          </a:xfrm>
          <a:prstGeom prst="rect">
            <a:avLst/>
          </a:prstGeom>
          <a:solidFill>
            <a:schemeClr val="bg2"/>
          </a:solidFill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RT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paraffines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8512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74F90252-D3A9-4F32-84E0-E600A7C24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27076" y="6338182"/>
            <a:ext cx="1435769" cy="247450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fld id="{CE4F77AF-5FC3-3742-9B04-C4967E118F6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2056F4E-484E-49F7-A71D-CA1FB7FEA6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93062" y="325170"/>
            <a:ext cx="1698938" cy="65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96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s sc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E6B2AF55-5D76-BE25-B4B5-E49C96757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38600" y="224924"/>
            <a:ext cx="1490400" cy="2961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B9A166EF-E70D-33DB-8EF5-A55EE39C3D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37725" y="200137"/>
            <a:ext cx="1490400" cy="29610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1800"/>
            </a:lvl3pPr>
            <a:lvl4pPr marL="1371600" indent="0">
              <a:buNone/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7407B8A-6150-31B5-46DF-7EAA8071F8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37725" y="3672000"/>
            <a:ext cx="1490400" cy="2961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4F1A228F-39D0-D695-5E98-B98EEF9B22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38600" y="3671999"/>
            <a:ext cx="1490400" cy="29610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9480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610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1" r:id="rId2"/>
    <p:sldLayoutId id="2147483702" r:id="rId3"/>
    <p:sldLayoutId id="2147483703" r:id="rId4"/>
    <p:sldLayoutId id="2147483706" r:id="rId5"/>
    <p:sldLayoutId id="2147483685" r:id="rId6"/>
    <p:sldLayoutId id="214748370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522E8-96D3-82C9-A231-01336F5A7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27337-3D3E-2D82-1BF4-2695634C15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2C5B63-300B-8B99-5FD5-F06396730A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02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585878-918B-FBEB-C37D-6F17ED101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</p:spPr>
        <p:txBody>
          <a:bodyPr/>
          <a:lstStyle/>
          <a:p>
            <a:fld id="{CE4F77AF-5FC3-3742-9B04-C4967E118F6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64C1606-4FDC-AF81-E745-E86EFC1FB8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D29CF048-5B6A-D4FD-611B-1D11C53FBD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D0C4C41-8AFA-B62F-0E3F-BB733B348D7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7971896-12B7-8388-2241-877A022878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79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D994A3-490C-14CD-2EA0-4B36A9356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0509" y="6338182"/>
            <a:ext cx="662336" cy="246768"/>
          </a:xfrm>
        </p:spPr>
        <p:txBody>
          <a:bodyPr/>
          <a:lstStyle/>
          <a:p>
            <a:fld id="{CE4F77AF-5FC3-3742-9B04-C4967E118F6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79AA22-6F92-9C40-A0DC-81265288AE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BA0867-60D2-1B1C-18B2-C5F1CF166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F4D4C0-8A6F-58D6-4D24-72D4A1E837E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61FD6B5-AEED-700E-5556-68F95D88B2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8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58E865-52CB-72F1-02C0-B0FA37B20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745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2F9F35-7CD2-7EBF-CFAC-4E9BD9643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7AB3D-7510-1EBF-2CD5-7C21449C80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50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980427-63A5-7EE6-D81B-7469895AC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905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2BD45-5CEF-84BF-4C92-79B2CDEBD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E9372-A9F3-52A4-E7E9-83400DF624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E1765-0D7F-D05E-B6BE-084F759338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6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D25F46-8BA8-EC43-D4B8-8F9B247DD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E4F77AF-5FC3-3742-9B04-C4967E118F6E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0262941"/>
      </p:ext>
    </p:extLst>
  </p:cSld>
  <p:clrMapOvr>
    <a:masterClrMapping/>
  </p:clrMapOvr>
</p:sld>
</file>

<file path=ppt/theme/theme1.xml><?xml version="1.0" encoding="utf-8"?>
<a:theme xmlns:a="http://schemas.openxmlformats.org/drawingml/2006/main" name="TK report">
  <a:themeElements>
    <a:clrScheme name="UNIVERSITÄT DUISBURG ESSEN">
      <a:dk1>
        <a:srgbClr val="000000"/>
      </a:dk1>
      <a:lt1>
        <a:srgbClr val="FFFFFF"/>
      </a:lt1>
      <a:dk2>
        <a:srgbClr val="004C93"/>
      </a:dk2>
      <a:lt2>
        <a:srgbClr val="EFE4BF"/>
      </a:lt2>
      <a:accent1>
        <a:srgbClr val="EC7206"/>
      </a:accent1>
      <a:accent2>
        <a:srgbClr val="61A27C"/>
      </a:accent2>
      <a:accent3>
        <a:srgbClr val="B8103B"/>
      </a:accent3>
      <a:accent4>
        <a:srgbClr val="FECA00"/>
      </a:accent4>
      <a:accent5>
        <a:srgbClr val="A1B0D2"/>
      </a:accent5>
      <a:accent6>
        <a:srgbClr val="C1CADF"/>
      </a:accent6>
      <a:hlink>
        <a:srgbClr val="FFFFFF"/>
      </a:hlink>
      <a:folHlink>
        <a:srgbClr val="FFFFF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9" id="{AE36F69D-BE0C-4BB5-A93A-92DE2A5F569F}" vid="{7AB4AD83-E0B6-49AE-9E36-167A7CBAA1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uni_due_template</Template>
  <TotalTime>0</TotalTime>
  <Words>7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TK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Jaqueline Leddin</dc:creator>
  <cp:lastModifiedBy>Jaqueline Leddin</cp:lastModifiedBy>
  <cp:revision>20</cp:revision>
  <dcterms:created xsi:type="dcterms:W3CDTF">2025-06-10T12:57:55Z</dcterms:created>
  <dcterms:modified xsi:type="dcterms:W3CDTF">2025-12-01T18:18:19Z</dcterms:modified>
</cp:coreProperties>
</file>