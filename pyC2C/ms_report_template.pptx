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5CBCC-FB1D-8E0F-3D15-9AA7E2DD2E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78830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ots_wo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E9A9171-C62C-C301-D374-AFC9FD6010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638600" y="224924"/>
            <a:ext cx="1490400" cy="29610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9E8503E3-7BBF-F33D-A5EC-682454A27A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37725" y="200137"/>
            <a:ext cx="1490400" cy="2961075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>
              <a:defRPr sz="2000"/>
            </a:lvl2pPr>
            <a:lvl3pPr>
              <a:defRPr sz="1800"/>
            </a:lvl3pPr>
            <a:lvl4pPr marL="1371600" indent="0">
              <a:buNone/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79770E5-0693-3A9E-90EE-B84C971E388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37725" y="3672000"/>
            <a:ext cx="1490400" cy="2961075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6AF1E67E-EE0E-D415-E305-1A5B4366A1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638600" y="3671999"/>
            <a:ext cx="1490400" cy="2961075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5755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4887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8ABC22-4BA9-0202-02E3-FFFDA5D09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66C34-65D4-DF2E-6817-5F3E465E38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8F6B49-F99E-9EBB-1997-24EF079629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31F724-C0C9-4B37-B7EE-5BDBF5F90DF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FE576-4A2B-D8B2-E9ED-819BBD99FF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4067C-5A65-3E83-EF9A-0C35E7B219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C1B030-76D2-4413-96F1-0D93BC2CA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837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8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C0B6E-3C7B-BEC0-DA49-C01247A8D6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en-US" dirty="0"/>
              <a:t>Integrated Scans</a:t>
            </a:r>
          </a:p>
        </p:txBody>
      </p:sp>
    </p:spTree>
    <p:extLst>
      <p:ext uri="{BB962C8B-B14F-4D97-AF65-F5344CB8AC3E}">
        <p14:creationId xmlns:p14="http://schemas.microsoft.com/office/powerpoint/2010/main" val="46953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Integrated Scans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Jaqueline Leddin</dc:creator>
  <cp:lastModifiedBy>Jaqueline Leddin</cp:lastModifiedBy>
  <cp:revision>5</cp:revision>
  <dcterms:created xsi:type="dcterms:W3CDTF">2025-10-10T15:17:46Z</dcterms:created>
  <dcterms:modified xsi:type="dcterms:W3CDTF">2025-12-03T16:09:35Z</dcterms:modified>
</cp:coreProperties>
</file>